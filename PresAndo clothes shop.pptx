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B305B2-71D1-4BC3-8844-62A759E7C10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3A38DD-17F3-4BE1-9101-3B1C3474762D}">
      <dgm:prSet/>
      <dgm:spPr/>
      <dgm:t>
        <a:bodyPr/>
        <a:lstStyle/>
        <a:p>
          <a:r>
            <a:rPr lang="bg-BG"/>
            <a:t>За създаването на проекта са използвани различни технологии за уеб разработка:</a:t>
          </a:r>
          <a:endParaRPr lang="en-US"/>
        </a:p>
      </dgm:t>
    </dgm:pt>
    <dgm:pt modelId="{C2319C3C-1B37-4444-A3D8-0B916E7B353D}" type="parTrans" cxnId="{A9A38386-252C-4D46-87EE-6E234546B3B6}">
      <dgm:prSet/>
      <dgm:spPr/>
      <dgm:t>
        <a:bodyPr/>
        <a:lstStyle/>
        <a:p>
          <a:endParaRPr lang="en-US"/>
        </a:p>
      </dgm:t>
    </dgm:pt>
    <dgm:pt modelId="{E7A22974-1BBF-483F-9EE3-CFB0BFAFBAB9}" type="sibTrans" cxnId="{A9A38386-252C-4D46-87EE-6E234546B3B6}">
      <dgm:prSet/>
      <dgm:spPr/>
      <dgm:t>
        <a:bodyPr/>
        <a:lstStyle/>
        <a:p>
          <a:endParaRPr lang="en-US"/>
        </a:p>
      </dgm:t>
    </dgm:pt>
    <dgm:pt modelId="{45D2DF3D-57AA-40AB-8D7B-46517BB137F0}">
      <dgm:prSet/>
      <dgm:spPr/>
      <dgm:t>
        <a:bodyPr/>
        <a:lstStyle/>
        <a:p>
          <a:r>
            <a:rPr lang="bg-BG" b="1"/>
            <a:t>HTML</a:t>
          </a:r>
          <a:r>
            <a:rPr lang="bg-BG"/>
            <a:t> – за създаване структурата на страниците</a:t>
          </a:r>
          <a:endParaRPr lang="en-US"/>
        </a:p>
      </dgm:t>
    </dgm:pt>
    <dgm:pt modelId="{B229F778-F931-4B65-A004-94E08F9220DD}" type="parTrans" cxnId="{9EF07544-93A2-4906-9BD6-16B69EE05981}">
      <dgm:prSet/>
      <dgm:spPr/>
      <dgm:t>
        <a:bodyPr/>
        <a:lstStyle/>
        <a:p>
          <a:endParaRPr lang="en-US"/>
        </a:p>
      </dgm:t>
    </dgm:pt>
    <dgm:pt modelId="{2695E8B2-BD6C-4D70-92AF-85CC5882CF71}" type="sibTrans" cxnId="{9EF07544-93A2-4906-9BD6-16B69EE05981}">
      <dgm:prSet/>
      <dgm:spPr/>
      <dgm:t>
        <a:bodyPr/>
        <a:lstStyle/>
        <a:p>
          <a:endParaRPr lang="en-US"/>
        </a:p>
      </dgm:t>
    </dgm:pt>
    <dgm:pt modelId="{4CFC5C54-9339-4862-B6B0-B618CBF33681}">
      <dgm:prSet/>
      <dgm:spPr/>
      <dgm:t>
        <a:bodyPr/>
        <a:lstStyle/>
        <a:p>
          <a:r>
            <a:rPr lang="bg-BG" b="1"/>
            <a:t>CSS</a:t>
          </a:r>
          <a:r>
            <a:rPr lang="bg-BG"/>
            <a:t> – за дизайн и оформление</a:t>
          </a:r>
          <a:endParaRPr lang="en-US"/>
        </a:p>
      </dgm:t>
    </dgm:pt>
    <dgm:pt modelId="{2FA5F1DF-3009-4A5A-B480-BC307DED8218}" type="parTrans" cxnId="{C1A3A7AD-D6DA-4E0A-814B-CA94FB8925AF}">
      <dgm:prSet/>
      <dgm:spPr/>
      <dgm:t>
        <a:bodyPr/>
        <a:lstStyle/>
        <a:p>
          <a:endParaRPr lang="en-US"/>
        </a:p>
      </dgm:t>
    </dgm:pt>
    <dgm:pt modelId="{0BF7F4B9-16A6-4B8B-B4B7-847670923DCD}" type="sibTrans" cxnId="{C1A3A7AD-D6DA-4E0A-814B-CA94FB8925AF}">
      <dgm:prSet/>
      <dgm:spPr/>
      <dgm:t>
        <a:bodyPr/>
        <a:lstStyle/>
        <a:p>
          <a:endParaRPr lang="en-US"/>
        </a:p>
      </dgm:t>
    </dgm:pt>
    <dgm:pt modelId="{6F88479A-163F-4C4F-94DD-D6BB3A8DE457}">
      <dgm:prSet/>
      <dgm:spPr/>
      <dgm:t>
        <a:bodyPr/>
        <a:lstStyle/>
        <a:p>
          <a:r>
            <a:rPr lang="bg-BG" b="1"/>
            <a:t>JavaScript</a:t>
          </a:r>
          <a:r>
            <a:rPr lang="bg-BG"/>
            <a:t> – за функционалност</a:t>
          </a:r>
          <a:endParaRPr lang="en-US"/>
        </a:p>
      </dgm:t>
    </dgm:pt>
    <dgm:pt modelId="{F7EE86B9-5E35-4799-A26C-45F72FA16D9A}" type="parTrans" cxnId="{C2385C19-4A3E-4419-A93B-7AB56DCF86DC}">
      <dgm:prSet/>
      <dgm:spPr/>
      <dgm:t>
        <a:bodyPr/>
        <a:lstStyle/>
        <a:p>
          <a:endParaRPr lang="en-US"/>
        </a:p>
      </dgm:t>
    </dgm:pt>
    <dgm:pt modelId="{DE4BB341-9448-452C-97DC-D2ECE15B3B98}" type="sibTrans" cxnId="{C2385C19-4A3E-4419-A93B-7AB56DCF86DC}">
      <dgm:prSet/>
      <dgm:spPr/>
      <dgm:t>
        <a:bodyPr/>
        <a:lstStyle/>
        <a:p>
          <a:endParaRPr lang="en-US"/>
        </a:p>
      </dgm:t>
    </dgm:pt>
    <dgm:pt modelId="{174DF963-AB4E-4B9A-BE0A-1261E46AA5F7}">
      <dgm:prSet/>
      <dgm:spPr/>
      <dgm:t>
        <a:bodyPr/>
        <a:lstStyle/>
        <a:p>
          <a:r>
            <a:rPr lang="bg-BG" b="1"/>
            <a:t>C#</a:t>
          </a:r>
          <a:r>
            <a:rPr lang="bg-BG"/>
            <a:t> – за логика на приложението</a:t>
          </a:r>
          <a:endParaRPr lang="en-US"/>
        </a:p>
      </dgm:t>
    </dgm:pt>
    <dgm:pt modelId="{D16C168E-BD47-43CF-AF94-5F2F1C5D3ECE}" type="parTrans" cxnId="{758FC004-27EB-4217-943F-6DDC9C27EE0C}">
      <dgm:prSet/>
      <dgm:spPr/>
      <dgm:t>
        <a:bodyPr/>
        <a:lstStyle/>
        <a:p>
          <a:endParaRPr lang="en-US"/>
        </a:p>
      </dgm:t>
    </dgm:pt>
    <dgm:pt modelId="{E2C4F107-0924-4E60-87A8-2D5CB06C5AE9}" type="sibTrans" cxnId="{758FC004-27EB-4217-943F-6DDC9C27EE0C}">
      <dgm:prSet/>
      <dgm:spPr/>
      <dgm:t>
        <a:bodyPr/>
        <a:lstStyle/>
        <a:p>
          <a:endParaRPr lang="en-US"/>
        </a:p>
      </dgm:t>
    </dgm:pt>
    <dgm:pt modelId="{3FBAB9B6-FB24-496A-9C83-D55149CC269A}">
      <dgm:prSet/>
      <dgm:spPr/>
      <dgm:t>
        <a:bodyPr/>
        <a:lstStyle/>
        <a:p>
          <a:r>
            <a:rPr lang="bg-BG" b="1"/>
            <a:t>SQL</a:t>
          </a:r>
          <a:r>
            <a:rPr lang="bg-BG"/>
            <a:t> – за работа с база данни</a:t>
          </a:r>
          <a:endParaRPr lang="en-US"/>
        </a:p>
      </dgm:t>
    </dgm:pt>
    <dgm:pt modelId="{1D4665EA-B6DF-43AF-920B-065A5261D14F}" type="parTrans" cxnId="{DAEFA0BD-9841-42D0-9857-0BFBF60802C9}">
      <dgm:prSet/>
      <dgm:spPr/>
      <dgm:t>
        <a:bodyPr/>
        <a:lstStyle/>
        <a:p>
          <a:endParaRPr lang="en-US"/>
        </a:p>
      </dgm:t>
    </dgm:pt>
    <dgm:pt modelId="{A88AD31B-1D1D-4250-B738-DACFD723F769}" type="sibTrans" cxnId="{DAEFA0BD-9841-42D0-9857-0BFBF60802C9}">
      <dgm:prSet/>
      <dgm:spPr/>
      <dgm:t>
        <a:bodyPr/>
        <a:lstStyle/>
        <a:p>
          <a:endParaRPr lang="en-US"/>
        </a:p>
      </dgm:t>
    </dgm:pt>
    <dgm:pt modelId="{8B37BA2C-F3D8-4A9D-BC32-38478C373F7C}" type="pres">
      <dgm:prSet presAssocID="{EFB305B2-71D1-4BC3-8844-62A759E7C10F}" presName="linear" presStyleCnt="0">
        <dgm:presLayoutVars>
          <dgm:animLvl val="lvl"/>
          <dgm:resizeHandles val="exact"/>
        </dgm:presLayoutVars>
      </dgm:prSet>
      <dgm:spPr/>
    </dgm:pt>
    <dgm:pt modelId="{332F3407-487F-4432-AA21-28CEB77ED26D}" type="pres">
      <dgm:prSet presAssocID="{883A38DD-17F3-4BE1-9101-3B1C3474762D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6BDADA1-B440-4433-B572-187B22DD926E}" type="pres">
      <dgm:prSet presAssocID="{E7A22974-1BBF-483F-9EE3-CFB0BFAFBAB9}" presName="spacer" presStyleCnt="0"/>
      <dgm:spPr/>
    </dgm:pt>
    <dgm:pt modelId="{94E61CBA-BF80-4A04-8BCA-30182E62D0CA}" type="pres">
      <dgm:prSet presAssocID="{45D2DF3D-57AA-40AB-8D7B-46517BB137F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9BBFB53-6295-45FF-ADA5-430E1FFB0529}" type="pres">
      <dgm:prSet presAssocID="{2695E8B2-BD6C-4D70-92AF-85CC5882CF71}" presName="spacer" presStyleCnt="0"/>
      <dgm:spPr/>
    </dgm:pt>
    <dgm:pt modelId="{9DD75A54-548D-48EC-AE09-F72890116FA4}" type="pres">
      <dgm:prSet presAssocID="{4CFC5C54-9339-4862-B6B0-B618CBF3368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E7332E41-71F4-43A7-93D6-A597231680AA}" type="pres">
      <dgm:prSet presAssocID="{0BF7F4B9-16A6-4B8B-B4B7-847670923DCD}" presName="spacer" presStyleCnt="0"/>
      <dgm:spPr/>
    </dgm:pt>
    <dgm:pt modelId="{5C9F176B-3EDA-4F02-9ED6-2F342517F7D9}" type="pres">
      <dgm:prSet presAssocID="{6F88479A-163F-4C4F-94DD-D6BB3A8DE457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2EFACF2F-80EF-4D58-BD02-3A82921FE689}" type="pres">
      <dgm:prSet presAssocID="{DE4BB341-9448-452C-97DC-D2ECE15B3B98}" presName="spacer" presStyleCnt="0"/>
      <dgm:spPr/>
    </dgm:pt>
    <dgm:pt modelId="{7D71C38B-F2E6-400A-91E3-85D17D30C444}" type="pres">
      <dgm:prSet presAssocID="{174DF963-AB4E-4B9A-BE0A-1261E46AA5F7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F9801CF5-24F5-4571-9F10-241988189105}" type="pres">
      <dgm:prSet presAssocID="{E2C4F107-0924-4E60-87A8-2D5CB06C5AE9}" presName="spacer" presStyleCnt="0"/>
      <dgm:spPr/>
    </dgm:pt>
    <dgm:pt modelId="{0B3C98BF-C832-4675-A1AB-6075949A37F5}" type="pres">
      <dgm:prSet presAssocID="{3FBAB9B6-FB24-496A-9C83-D55149CC269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758FC004-27EB-4217-943F-6DDC9C27EE0C}" srcId="{EFB305B2-71D1-4BC3-8844-62A759E7C10F}" destId="{174DF963-AB4E-4B9A-BE0A-1261E46AA5F7}" srcOrd="4" destOrd="0" parTransId="{D16C168E-BD47-43CF-AF94-5F2F1C5D3ECE}" sibTransId="{E2C4F107-0924-4E60-87A8-2D5CB06C5AE9}"/>
    <dgm:cxn modelId="{3218D211-8A6E-4935-956A-2E8E1C18115D}" type="presOf" srcId="{EFB305B2-71D1-4BC3-8844-62A759E7C10F}" destId="{8B37BA2C-F3D8-4A9D-BC32-38478C373F7C}" srcOrd="0" destOrd="0" presId="urn:microsoft.com/office/officeart/2005/8/layout/vList2"/>
    <dgm:cxn modelId="{C2385C19-4A3E-4419-A93B-7AB56DCF86DC}" srcId="{EFB305B2-71D1-4BC3-8844-62A759E7C10F}" destId="{6F88479A-163F-4C4F-94DD-D6BB3A8DE457}" srcOrd="3" destOrd="0" parTransId="{F7EE86B9-5E35-4799-A26C-45F72FA16D9A}" sibTransId="{DE4BB341-9448-452C-97DC-D2ECE15B3B98}"/>
    <dgm:cxn modelId="{F60DF55E-C564-4B02-9EBD-6100EA42EC56}" type="presOf" srcId="{174DF963-AB4E-4B9A-BE0A-1261E46AA5F7}" destId="{7D71C38B-F2E6-400A-91E3-85D17D30C444}" srcOrd="0" destOrd="0" presId="urn:microsoft.com/office/officeart/2005/8/layout/vList2"/>
    <dgm:cxn modelId="{9EF07544-93A2-4906-9BD6-16B69EE05981}" srcId="{EFB305B2-71D1-4BC3-8844-62A759E7C10F}" destId="{45D2DF3D-57AA-40AB-8D7B-46517BB137F0}" srcOrd="1" destOrd="0" parTransId="{B229F778-F931-4B65-A004-94E08F9220DD}" sibTransId="{2695E8B2-BD6C-4D70-92AF-85CC5882CF71}"/>
    <dgm:cxn modelId="{AB41A145-A57F-4121-BB27-90DE88482B94}" type="presOf" srcId="{45D2DF3D-57AA-40AB-8D7B-46517BB137F0}" destId="{94E61CBA-BF80-4A04-8BCA-30182E62D0CA}" srcOrd="0" destOrd="0" presId="urn:microsoft.com/office/officeart/2005/8/layout/vList2"/>
    <dgm:cxn modelId="{23CA5B79-CF5E-4E93-B086-486A981CA6B4}" type="presOf" srcId="{883A38DD-17F3-4BE1-9101-3B1C3474762D}" destId="{332F3407-487F-4432-AA21-28CEB77ED26D}" srcOrd="0" destOrd="0" presId="urn:microsoft.com/office/officeart/2005/8/layout/vList2"/>
    <dgm:cxn modelId="{A9A38386-252C-4D46-87EE-6E234546B3B6}" srcId="{EFB305B2-71D1-4BC3-8844-62A759E7C10F}" destId="{883A38DD-17F3-4BE1-9101-3B1C3474762D}" srcOrd="0" destOrd="0" parTransId="{C2319C3C-1B37-4444-A3D8-0B916E7B353D}" sibTransId="{E7A22974-1BBF-483F-9EE3-CFB0BFAFBAB9}"/>
    <dgm:cxn modelId="{C1A3A7AD-D6DA-4E0A-814B-CA94FB8925AF}" srcId="{EFB305B2-71D1-4BC3-8844-62A759E7C10F}" destId="{4CFC5C54-9339-4862-B6B0-B618CBF33681}" srcOrd="2" destOrd="0" parTransId="{2FA5F1DF-3009-4A5A-B480-BC307DED8218}" sibTransId="{0BF7F4B9-16A6-4B8B-B4B7-847670923DCD}"/>
    <dgm:cxn modelId="{E80EB6AD-9E51-40E4-B256-6C7B86AF7683}" type="presOf" srcId="{6F88479A-163F-4C4F-94DD-D6BB3A8DE457}" destId="{5C9F176B-3EDA-4F02-9ED6-2F342517F7D9}" srcOrd="0" destOrd="0" presId="urn:microsoft.com/office/officeart/2005/8/layout/vList2"/>
    <dgm:cxn modelId="{DAEFA0BD-9841-42D0-9857-0BFBF60802C9}" srcId="{EFB305B2-71D1-4BC3-8844-62A759E7C10F}" destId="{3FBAB9B6-FB24-496A-9C83-D55149CC269A}" srcOrd="5" destOrd="0" parTransId="{1D4665EA-B6DF-43AF-920B-065A5261D14F}" sibTransId="{A88AD31B-1D1D-4250-B738-DACFD723F769}"/>
    <dgm:cxn modelId="{0DA40EEF-BF4F-4001-BF17-B1A6B03858D0}" type="presOf" srcId="{4CFC5C54-9339-4862-B6B0-B618CBF33681}" destId="{9DD75A54-548D-48EC-AE09-F72890116FA4}" srcOrd="0" destOrd="0" presId="urn:microsoft.com/office/officeart/2005/8/layout/vList2"/>
    <dgm:cxn modelId="{1A0BAEFD-CF96-403E-A11B-B3723AF3828F}" type="presOf" srcId="{3FBAB9B6-FB24-496A-9C83-D55149CC269A}" destId="{0B3C98BF-C832-4675-A1AB-6075949A37F5}" srcOrd="0" destOrd="0" presId="urn:microsoft.com/office/officeart/2005/8/layout/vList2"/>
    <dgm:cxn modelId="{623D8A6F-6DBD-41F6-8772-C9C9E0851926}" type="presParOf" srcId="{8B37BA2C-F3D8-4A9D-BC32-38478C373F7C}" destId="{332F3407-487F-4432-AA21-28CEB77ED26D}" srcOrd="0" destOrd="0" presId="urn:microsoft.com/office/officeart/2005/8/layout/vList2"/>
    <dgm:cxn modelId="{9A587E0F-4E26-4E4C-828D-0CF1D54E934D}" type="presParOf" srcId="{8B37BA2C-F3D8-4A9D-BC32-38478C373F7C}" destId="{16BDADA1-B440-4433-B572-187B22DD926E}" srcOrd="1" destOrd="0" presId="urn:microsoft.com/office/officeart/2005/8/layout/vList2"/>
    <dgm:cxn modelId="{A5A340B7-0BC9-4817-AB63-29E60E7E5A31}" type="presParOf" srcId="{8B37BA2C-F3D8-4A9D-BC32-38478C373F7C}" destId="{94E61CBA-BF80-4A04-8BCA-30182E62D0CA}" srcOrd="2" destOrd="0" presId="urn:microsoft.com/office/officeart/2005/8/layout/vList2"/>
    <dgm:cxn modelId="{BE0D9317-F7EC-4D46-AB06-68C3D6FACC8B}" type="presParOf" srcId="{8B37BA2C-F3D8-4A9D-BC32-38478C373F7C}" destId="{C9BBFB53-6295-45FF-ADA5-430E1FFB0529}" srcOrd="3" destOrd="0" presId="urn:microsoft.com/office/officeart/2005/8/layout/vList2"/>
    <dgm:cxn modelId="{3EFC37B3-4189-468F-891F-A5FAC495DAFD}" type="presParOf" srcId="{8B37BA2C-F3D8-4A9D-BC32-38478C373F7C}" destId="{9DD75A54-548D-48EC-AE09-F72890116FA4}" srcOrd="4" destOrd="0" presId="urn:microsoft.com/office/officeart/2005/8/layout/vList2"/>
    <dgm:cxn modelId="{D54ED0FD-1B44-4DC9-90DF-F7E5BD2D045A}" type="presParOf" srcId="{8B37BA2C-F3D8-4A9D-BC32-38478C373F7C}" destId="{E7332E41-71F4-43A7-93D6-A597231680AA}" srcOrd="5" destOrd="0" presId="urn:microsoft.com/office/officeart/2005/8/layout/vList2"/>
    <dgm:cxn modelId="{E9A4BBB0-4BFF-4C2C-9C90-382E5C954677}" type="presParOf" srcId="{8B37BA2C-F3D8-4A9D-BC32-38478C373F7C}" destId="{5C9F176B-3EDA-4F02-9ED6-2F342517F7D9}" srcOrd="6" destOrd="0" presId="urn:microsoft.com/office/officeart/2005/8/layout/vList2"/>
    <dgm:cxn modelId="{1FE598CD-E56A-41CF-B252-525C766FF2B5}" type="presParOf" srcId="{8B37BA2C-F3D8-4A9D-BC32-38478C373F7C}" destId="{2EFACF2F-80EF-4D58-BD02-3A82921FE689}" srcOrd="7" destOrd="0" presId="urn:microsoft.com/office/officeart/2005/8/layout/vList2"/>
    <dgm:cxn modelId="{AC17DD6F-CAF1-4769-9DF7-11AA506CAD6E}" type="presParOf" srcId="{8B37BA2C-F3D8-4A9D-BC32-38478C373F7C}" destId="{7D71C38B-F2E6-400A-91E3-85D17D30C444}" srcOrd="8" destOrd="0" presId="urn:microsoft.com/office/officeart/2005/8/layout/vList2"/>
    <dgm:cxn modelId="{285EB5F0-CC0B-4522-A5B1-450A015DF91C}" type="presParOf" srcId="{8B37BA2C-F3D8-4A9D-BC32-38478C373F7C}" destId="{F9801CF5-24F5-4571-9F10-241988189105}" srcOrd="9" destOrd="0" presId="urn:microsoft.com/office/officeart/2005/8/layout/vList2"/>
    <dgm:cxn modelId="{F45369D1-F909-4518-899F-43EA5218769C}" type="presParOf" srcId="{8B37BA2C-F3D8-4A9D-BC32-38478C373F7C}" destId="{0B3C98BF-C832-4675-A1AB-6075949A37F5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2F3407-487F-4432-AA21-28CEB77ED26D}">
      <dsp:nvSpPr>
        <dsp:cNvPr id="0" name=""/>
        <dsp:cNvSpPr/>
      </dsp:nvSpPr>
      <dsp:spPr>
        <a:xfrm>
          <a:off x="0" y="222011"/>
          <a:ext cx="10058399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200" kern="1200"/>
            <a:t>За създаването на проекта са използвани различни технологии за уеб разработка:</a:t>
          </a:r>
          <a:endParaRPr lang="en-US" sz="2200" kern="1200"/>
        </a:p>
      </dsp:txBody>
      <dsp:txXfrm>
        <a:off x="25130" y="247141"/>
        <a:ext cx="10008139" cy="464540"/>
      </dsp:txXfrm>
    </dsp:sp>
    <dsp:sp modelId="{94E61CBA-BF80-4A04-8BCA-30182E62D0CA}">
      <dsp:nvSpPr>
        <dsp:cNvPr id="0" name=""/>
        <dsp:cNvSpPr/>
      </dsp:nvSpPr>
      <dsp:spPr>
        <a:xfrm>
          <a:off x="0" y="800171"/>
          <a:ext cx="10058399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200" b="1" kern="1200"/>
            <a:t>HTML</a:t>
          </a:r>
          <a:r>
            <a:rPr lang="bg-BG" sz="2200" kern="1200"/>
            <a:t> – за създаване структурата на страниците</a:t>
          </a:r>
          <a:endParaRPr lang="en-US" sz="2200" kern="1200"/>
        </a:p>
      </dsp:txBody>
      <dsp:txXfrm>
        <a:off x="25130" y="825301"/>
        <a:ext cx="10008139" cy="464540"/>
      </dsp:txXfrm>
    </dsp:sp>
    <dsp:sp modelId="{9DD75A54-548D-48EC-AE09-F72890116FA4}">
      <dsp:nvSpPr>
        <dsp:cNvPr id="0" name=""/>
        <dsp:cNvSpPr/>
      </dsp:nvSpPr>
      <dsp:spPr>
        <a:xfrm>
          <a:off x="0" y="1378332"/>
          <a:ext cx="10058399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200" b="1" kern="1200"/>
            <a:t>CSS</a:t>
          </a:r>
          <a:r>
            <a:rPr lang="bg-BG" sz="2200" kern="1200"/>
            <a:t> – за дизайн и оформление</a:t>
          </a:r>
          <a:endParaRPr lang="en-US" sz="2200" kern="1200"/>
        </a:p>
      </dsp:txBody>
      <dsp:txXfrm>
        <a:off x="25130" y="1403462"/>
        <a:ext cx="10008139" cy="464540"/>
      </dsp:txXfrm>
    </dsp:sp>
    <dsp:sp modelId="{5C9F176B-3EDA-4F02-9ED6-2F342517F7D9}">
      <dsp:nvSpPr>
        <dsp:cNvPr id="0" name=""/>
        <dsp:cNvSpPr/>
      </dsp:nvSpPr>
      <dsp:spPr>
        <a:xfrm>
          <a:off x="0" y="1956492"/>
          <a:ext cx="10058399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200" b="1" kern="1200"/>
            <a:t>JavaScript</a:t>
          </a:r>
          <a:r>
            <a:rPr lang="bg-BG" sz="2200" kern="1200"/>
            <a:t> – за функционалност</a:t>
          </a:r>
          <a:endParaRPr lang="en-US" sz="2200" kern="1200"/>
        </a:p>
      </dsp:txBody>
      <dsp:txXfrm>
        <a:off x="25130" y="1981622"/>
        <a:ext cx="10008139" cy="464540"/>
      </dsp:txXfrm>
    </dsp:sp>
    <dsp:sp modelId="{7D71C38B-F2E6-400A-91E3-85D17D30C444}">
      <dsp:nvSpPr>
        <dsp:cNvPr id="0" name=""/>
        <dsp:cNvSpPr/>
      </dsp:nvSpPr>
      <dsp:spPr>
        <a:xfrm>
          <a:off x="0" y="2534652"/>
          <a:ext cx="10058399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200" b="1" kern="1200"/>
            <a:t>C#</a:t>
          </a:r>
          <a:r>
            <a:rPr lang="bg-BG" sz="2200" kern="1200"/>
            <a:t> – за логика на приложението</a:t>
          </a:r>
          <a:endParaRPr lang="en-US" sz="2200" kern="1200"/>
        </a:p>
      </dsp:txBody>
      <dsp:txXfrm>
        <a:off x="25130" y="2559782"/>
        <a:ext cx="10008139" cy="464540"/>
      </dsp:txXfrm>
    </dsp:sp>
    <dsp:sp modelId="{0B3C98BF-C832-4675-A1AB-6075949A37F5}">
      <dsp:nvSpPr>
        <dsp:cNvPr id="0" name=""/>
        <dsp:cNvSpPr/>
      </dsp:nvSpPr>
      <dsp:spPr>
        <a:xfrm>
          <a:off x="0" y="3112812"/>
          <a:ext cx="10058399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bg-BG" sz="2200" b="1" kern="1200"/>
            <a:t>SQL</a:t>
          </a:r>
          <a:r>
            <a:rPr lang="bg-BG" sz="2200" kern="1200"/>
            <a:t> – за работа с база данни</a:t>
          </a:r>
          <a:endParaRPr lang="en-US" sz="2200" kern="1200"/>
        </a:p>
      </dsp:txBody>
      <dsp:txXfrm>
        <a:off x="25130" y="3137942"/>
        <a:ext cx="10008139" cy="464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2/21/2026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51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4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0946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358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64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00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5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45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283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16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4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98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55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6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5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126747-E66C-7EA0-AA67-D70851A47B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7" r="825" b="1"/>
          <a:stretch>
            <a:fillRect/>
          </a:stretch>
        </p:blipFill>
        <p:spPr>
          <a:xfrm>
            <a:off x="20" y="-839"/>
            <a:ext cx="12191980" cy="6858000"/>
          </a:xfrm>
          <a:prstGeom prst="rect">
            <a:avLst/>
          </a:prstGeom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E3FCE95E-1D71-0438-0BF3-28AA63AAD1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2" y="2091263"/>
            <a:ext cx="8649738" cy="2590800"/>
          </a:xfrm>
        </p:spPr>
        <p:txBody>
          <a:bodyPr>
            <a:normAutofit/>
          </a:bodyPr>
          <a:lstStyle/>
          <a:p>
            <a:r>
              <a:rPr lang="en-US" dirty="0" err="1"/>
              <a:t>PresAndo</a:t>
            </a:r>
            <a:r>
              <a:rPr lang="en-US" dirty="0"/>
              <a:t> clothes shop</a:t>
            </a:r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09F22AC0-4EE3-7F86-1936-7E6B80113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0" y="4682062"/>
            <a:ext cx="8652788" cy="457201"/>
          </a:xfrm>
        </p:spPr>
        <p:txBody>
          <a:bodyPr>
            <a:normAutofit/>
          </a:bodyPr>
          <a:lstStyle/>
          <a:p>
            <a:r>
              <a:rPr lang="bg-BG" dirty="0"/>
              <a:t>Преслава Добрева и Андон Такев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2972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B57A30-B70B-E232-215B-91A47E17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7421797-7B77-498E-A01C-0A1194615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C11A1-2292-6685-A200-B737096A50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r="1124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26D38EC-CD1B-456B-A813-64F8D8E71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C18E46-CA2E-43A8-A2EC-61D30FAC3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A7EACBD-D4C3-F6CB-6DAF-06E306B06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bg-BG" dirty="0"/>
              <a:t>За проекта</a:t>
            </a:r>
            <a:endParaRPr lang="en-US" dirty="0"/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1E3E173B-6218-74E9-33DB-25EC1028D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849624"/>
          </a:xfrm>
        </p:spPr>
        <p:txBody>
          <a:bodyPr>
            <a:normAutofit/>
          </a:bodyPr>
          <a:lstStyle/>
          <a:p>
            <a:pPr algn="just"/>
            <a:r>
              <a:rPr lang="en-US" sz="2400" noProof="0" dirty="0" err="1"/>
              <a:t>PresAndo</a:t>
            </a:r>
            <a:r>
              <a:rPr lang="en-US" sz="2400" noProof="0" dirty="0"/>
              <a:t> Clothes Shop </a:t>
            </a:r>
            <a:r>
              <a:rPr lang="bg-BG" sz="2400" noProof="0" dirty="0"/>
              <a:t>представлява уеб сайт за онлайн магазин за дрехи.</a:t>
            </a:r>
            <a:br>
              <a:rPr lang="bg-BG" sz="2400" noProof="0" dirty="0"/>
            </a:br>
            <a:r>
              <a:rPr lang="bg-BG" sz="2400" noProof="0" dirty="0"/>
              <a:t>Сайтът позволява на потребителите да разглеждат различни продукти</a:t>
            </a:r>
            <a:r>
              <a:rPr lang="en-US" sz="2400" noProof="0" dirty="0"/>
              <a:t>, </a:t>
            </a:r>
            <a:r>
              <a:rPr lang="bg-BG" sz="2400" dirty="0"/>
              <a:t>да се регистрират, да правят поръчки</a:t>
            </a:r>
            <a:r>
              <a:rPr lang="bg-BG" sz="2400" noProof="0" dirty="0"/>
              <a:t> и да получават информация за тях по лесен и удобен начин.</a:t>
            </a:r>
          </a:p>
          <a:p>
            <a:pPr algn="just"/>
            <a:r>
              <a:rPr lang="bg-BG" sz="2400" noProof="0" dirty="0"/>
              <a:t>Проектът има за цел да покаже как може да се изгради работещ уеб сайт с модерни уеб технологии.</a:t>
            </a:r>
          </a:p>
          <a:p>
            <a:pPr algn="just"/>
            <a:r>
              <a:rPr lang="bg-BG" sz="2400" noProof="0" dirty="0"/>
              <a:t>Уеб сайтът включва различни страници, които са свързани помежду си чрез навигационно меню, и предлага лесно придвижване между отделните секции.</a:t>
            </a:r>
          </a:p>
          <a:p>
            <a:pPr marL="0" indent="0" algn="just">
              <a:buNone/>
            </a:pP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 2" descr="Html - Free interface icons">
            <a:extLst>
              <a:ext uri="{FF2B5EF4-FFF2-40B4-BE49-F238E27FC236}">
                <a16:creationId xmlns:a16="http://schemas.microsoft.com/office/drawing/2014/main" id="{3A513F0E-124D-F2D9-1B9B-B5D67DA15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1826" y="2331903"/>
            <a:ext cx="459712" cy="45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ss - Free interface icons">
            <a:extLst>
              <a:ext uri="{FF2B5EF4-FFF2-40B4-BE49-F238E27FC236}">
                <a16:creationId xmlns:a16="http://schemas.microsoft.com/office/drawing/2014/main" id="{2EF5C7F1-5822-8F1C-2954-33DB581BB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7185" y="3251037"/>
            <a:ext cx="459712" cy="45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Javascript - Free interface icons">
            <a:extLst>
              <a:ext uri="{FF2B5EF4-FFF2-40B4-BE49-F238E27FC236}">
                <a16:creationId xmlns:a16="http://schemas.microsoft.com/office/drawing/2014/main" id="{27ADB64A-51E8-E672-9FFE-49B81A6BE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7185" y="4266788"/>
            <a:ext cx="459713" cy="45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Csharp plain logo - Free Icon PNG, SVG">
            <a:extLst>
              <a:ext uri="{FF2B5EF4-FFF2-40B4-BE49-F238E27FC236}">
                <a16:creationId xmlns:a16="http://schemas.microsoft.com/office/drawing/2014/main" id="{2DBA8913-734F-3991-446D-AEB1AF0BA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9503" y="5185634"/>
            <a:ext cx="422031" cy="42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0" descr="Sql server - Free seo and web icons">
            <a:extLst>
              <a:ext uri="{FF2B5EF4-FFF2-40B4-BE49-F238E27FC236}">
                <a16:creationId xmlns:a16="http://schemas.microsoft.com/office/drawing/2014/main" id="{0BDB29C2-AFE4-F7DF-E57F-A7D5F1260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5747" y="5952744"/>
            <a:ext cx="552659" cy="55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8886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18944-7EDB-D00D-AFE3-7B4A7958D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20691C-AFB6-53C9-3BEA-9177ED110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C16A34-F95D-2626-AE98-CE50976AAD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r="1124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D6B1A09-F3DD-847B-7C0E-492702B50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FEBF16-BCAC-B190-80CF-69C25B9DC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1240E3A-FAB0-1759-0953-951373ADF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bg-BG" dirty="0"/>
              <a:t>Използвани технологии</a:t>
            </a:r>
            <a:endParaRPr lang="en-US" dirty="0"/>
          </a:p>
        </p:txBody>
      </p:sp>
      <p:graphicFrame>
        <p:nvGraphicFramePr>
          <p:cNvPr id="1036" name="Контейнер за съдържание 4">
            <a:extLst>
              <a:ext uri="{FF2B5EF4-FFF2-40B4-BE49-F238E27FC236}">
                <a16:creationId xmlns:a16="http://schemas.microsoft.com/office/drawing/2014/main" id="{1FA2767B-5E75-BD47-6019-9180BA36911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6800" y="2103120"/>
          <a:ext cx="10058400" cy="38496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 descr="Html - Free interface icons">
            <a:extLst>
              <a:ext uri="{FF2B5EF4-FFF2-40B4-BE49-F238E27FC236}">
                <a16:creationId xmlns:a16="http://schemas.microsoft.com/office/drawing/2014/main" id="{C923DEE5-79EE-5B3B-0900-3E591A947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28" y="2882798"/>
            <a:ext cx="459712" cy="45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ss - Free interface icons">
            <a:extLst>
              <a:ext uri="{FF2B5EF4-FFF2-40B4-BE49-F238E27FC236}">
                <a16:creationId xmlns:a16="http://schemas.microsoft.com/office/drawing/2014/main" id="{B439FEDD-AD62-323D-F043-153A06E4F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28" y="3521621"/>
            <a:ext cx="459712" cy="45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Javascript - Free interface icons">
            <a:extLst>
              <a:ext uri="{FF2B5EF4-FFF2-40B4-BE49-F238E27FC236}">
                <a16:creationId xmlns:a16="http://schemas.microsoft.com/office/drawing/2014/main" id="{2DD3F3A7-B184-2C5F-F55D-508B06D55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63" y="4123140"/>
            <a:ext cx="459713" cy="45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sharp plain logo - Free Icon PNG, SVG">
            <a:extLst>
              <a:ext uri="{FF2B5EF4-FFF2-40B4-BE49-F238E27FC236}">
                <a16:creationId xmlns:a16="http://schemas.microsoft.com/office/drawing/2014/main" id="{314C8834-511C-B36E-C5E5-25716B71F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9" y="4701725"/>
            <a:ext cx="422031" cy="42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ql server - Free seo and web icons">
            <a:extLst>
              <a:ext uri="{FF2B5EF4-FFF2-40B4-BE49-F238E27FC236}">
                <a16:creationId xmlns:a16="http://schemas.microsoft.com/office/drawing/2014/main" id="{BC9902FE-C228-47B6-2F10-20E127244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21" y="5192336"/>
            <a:ext cx="552659" cy="55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105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A7716-B22E-AED0-D0AB-D81808C7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BDF1B33-A511-3167-8A4B-B18BF2FE9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45C995-E606-E478-E768-5D7831A5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r="1124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EAB66F2-223D-7294-EA74-5D1EFDEDB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ECFA3B-F6C4-C9DA-2E74-4642C86D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5B4752F-948F-4138-B123-EA14DD809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bg-BG" dirty="0"/>
              <a:t>Структура на сайта</a:t>
            </a:r>
            <a:endParaRPr lang="en-US" dirty="0"/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7BCBC451-2BF7-19C4-DAEF-8FAD40E4A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8496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bg-BG" sz="2200" noProof="0" dirty="0"/>
              <a:t>Навигацията е реализирана чрез меню в горната част на страницата, което позволява лесно придвижване между различните части на сайта.</a:t>
            </a:r>
          </a:p>
          <a:p>
            <a:pPr marL="0" indent="0" algn="ctr">
              <a:buNone/>
            </a:pPr>
            <a:r>
              <a:rPr lang="bg-BG" sz="2200" noProof="0" dirty="0"/>
              <a:t>Основните части на сайта:</a:t>
            </a:r>
          </a:p>
          <a:p>
            <a:r>
              <a:rPr lang="bg-BG" sz="2200" noProof="0" dirty="0"/>
              <a:t>Начална страница – представя сайта и текущи предложения</a:t>
            </a:r>
          </a:p>
          <a:p>
            <a:r>
              <a:rPr lang="bg-BG" sz="2200" noProof="0" dirty="0"/>
              <a:t>Каталог – показва различни категории дрехи</a:t>
            </a:r>
          </a:p>
          <a:p>
            <a:r>
              <a:rPr lang="bg-BG" sz="2200" noProof="0" dirty="0"/>
              <a:t>Продукти – списък с всички продукти</a:t>
            </a:r>
          </a:p>
          <a:p>
            <a:r>
              <a:rPr lang="bg-BG" sz="2200" noProof="0" dirty="0"/>
              <a:t>Количка – показва избраните продукти</a:t>
            </a:r>
          </a:p>
          <a:p>
            <a:r>
              <a:rPr lang="bg-BG" sz="2200" noProof="0" dirty="0"/>
              <a:t>Профил – информация за потребителя</a:t>
            </a:r>
          </a:p>
          <a:p>
            <a:r>
              <a:rPr lang="bg-BG" sz="2200" noProof="0" dirty="0"/>
              <a:t>Вход и регистрация – за създаване на акаунт</a:t>
            </a:r>
          </a:p>
        </p:txBody>
      </p:sp>
      <p:pic>
        <p:nvPicPr>
          <p:cNvPr id="3" name="Picture 2" descr="Html - Free interface icons">
            <a:extLst>
              <a:ext uri="{FF2B5EF4-FFF2-40B4-BE49-F238E27FC236}">
                <a16:creationId xmlns:a16="http://schemas.microsoft.com/office/drawing/2014/main" id="{47904EA3-2196-0957-5B8B-E4A3AC9E2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41826" y="2331903"/>
            <a:ext cx="459712" cy="45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ss - Free interface icons">
            <a:extLst>
              <a:ext uri="{FF2B5EF4-FFF2-40B4-BE49-F238E27FC236}">
                <a16:creationId xmlns:a16="http://schemas.microsoft.com/office/drawing/2014/main" id="{235D860F-60A8-20A4-710F-563E82B03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7185" y="3251037"/>
            <a:ext cx="459712" cy="459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Javascript - Free interface icons">
            <a:extLst>
              <a:ext uri="{FF2B5EF4-FFF2-40B4-BE49-F238E27FC236}">
                <a16:creationId xmlns:a16="http://schemas.microsoft.com/office/drawing/2014/main" id="{211A51FF-26E9-9907-B078-5BE6E7AD7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07185" y="4266788"/>
            <a:ext cx="459713" cy="459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Csharp plain logo - Free Icon PNG, SVG">
            <a:extLst>
              <a:ext uri="{FF2B5EF4-FFF2-40B4-BE49-F238E27FC236}">
                <a16:creationId xmlns:a16="http://schemas.microsoft.com/office/drawing/2014/main" id="{BFC3B507-0DD7-4DC0-8465-AEB862607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9503" y="5185634"/>
            <a:ext cx="422031" cy="422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0" descr="Sql server - Free seo and web icons">
            <a:extLst>
              <a:ext uri="{FF2B5EF4-FFF2-40B4-BE49-F238E27FC236}">
                <a16:creationId xmlns:a16="http://schemas.microsoft.com/office/drawing/2014/main" id="{92321AAD-3643-0A5C-06F9-33639656E6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5747" y="5952744"/>
            <a:ext cx="552659" cy="55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0998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C907C-8485-E848-3932-40291C89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6D8D89F-5784-03A4-FBF0-BEB7E0EDC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67F25-5878-6C79-0D64-6C779B140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r="1124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5438E63-40A0-D134-A328-99D3958D0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E110DF-C6C0-F6B4-8F37-6CE4545C77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C45FA09-334F-90A0-3D4B-9AF842295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bg-BG" dirty="0"/>
              <a:t>Основни функционалности</a:t>
            </a:r>
            <a:endParaRPr lang="en-US" dirty="0"/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178A2E82-C9F5-65A7-E516-F7956A34B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07894"/>
            <a:ext cx="10058400" cy="43075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bg-BG" sz="2200" noProof="0" dirty="0"/>
              <a:t>Основните функции включват:</a:t>
            </a:r>
          </a:p>
          <a:p>
            <a:r>
              <a:rPr lang="bg-BG" sz="2200" noProof="0" dirty="0"/>
              <a:t>Разглеждане на продукти</a:t>
            </a:r>
          </a:p>
          <a:p>
            <a:r>
              <a:rPr lang="bg-BG" sz="2200" noProof="0" dirty="0"/>
              <a:t>Навигация между страниците</a:t>
            </a:r>
          </a:p>
          <a:p>
            <a:r>
              <a:rPr lang="bg-BG" sz="2200" noProof="0" dirty="0"/>
              <a:t>Добавяне на продукти в количката</a:t>
            </a:r>
          </a:p>
          <a:p>
            <a:r>
              <a:rPr lang="bg-BG" sz="2200" noProof="0" dirty="0"/>
              <a:t>Преглед на количката</a:t>
            </a:r>
          </a:p>
          <a:p>
            <a:r>
              <a:rPr lang="bg-BG" sz="2200" noProof="0" dirty="0"/>
              <a:t>Регистрация на потребители</a:t>
            </a:r>
          </a:p>
          <a:p>
            <a:r>
              <a:rPr lang="bg-BG" sz="2200" noProof="0" dirty="0"/>
              <a:t>Вход в профил</a:t>
            </a:r>
          </a:p>
          <a:p>
            <a:r>
              <a:rPr lang="bg-BG" sz="2200" noProof="0" dirty="0"/>
              <a:t>Преглед на потребителски профил</a:t>
            </a:r>
          </a:p>
          <a:p>
            <a:r>
              <a:rPr lang="bg-BG" sz="2200" noProof="0" dirty="0"/>
              <a:t>Сайтът автоматично показва броя на продуктите в количката в менюто.</a:t>
            </a:r>
          </a:p>
        </p:txBody>
      </p:sp>
    </p:spTree>
    <p:extLst>
      <p:ext uri="{BB962C8B-B14F-4D97-AF65-F5344CB8AC3E}">
        <p14:creationId xmlns:p14="http://schemas.microsoft.com/office/powerpoint/2010/main" val="1593266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EA434D-AF3C-4F50-B267-D72C6526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200D86-3240-B4A9-9A1B-B1F94D66F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033F34-BF97-7A66-6CD7-30BF9FE00D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r="1124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7B5F0EF-5267-7AAD-07E0-7A03930AD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5CE79-9B5A-7F1D-3306-CE256FC1B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54467880-C254-E43D-3B18-A994286BB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459" y="485278"/>
            <a:ext cx="10058400" cy="1371600"/>
          </a:xfrm>
        </p:spPr>
        <p:txBody>
          <a:bodyPr>
            <a:normAutofit/>
          </a:bodyPr>
          <a:lstStyle/>
          <a:p>
            <a:r>
              <a:rPr lang="bg-BG" dirty="0"/>
              <a:t>База данни</a:t>
            </a:r>
            <a:endParaRPr lang="en-US" dirty="0"/>
          </a:p>
        </p:txBody>
      </p:sp>
      <p:pic>
        <p:nvPicPr>
          <p:cNvPr id="7" name="Контейнер за съдържание 6" descr="Картина, която съдържа текст, диаграма, екранна снимка, линия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7415B682-52D8-3882-E038-0244F88D0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10" y="1581481"/>
            <a:ext cx="10892579" cy="4614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297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1DB83-E4AE-CC95-1763-DF2D91FD3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224B312-1D79-4164-A3B7-347F88733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629DEB-1E44-B222-F1A8-C8A3B1229F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88" r="1124" b="1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616B1D-8051-4BF4-03EA-174C8EFDF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alpha val="94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7CCDEF-3C13-A23E-053C-D8DB66DA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E71F4DA-2F46-0C30-4FBD-69ACD81E3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r>
              <a:rPr lang="bg-BG" dirty="0"/>
              <a:t>Демонстрация</a:t>
            </a:r>
            <a:endParaRPr lang="en-US" dirty="0"/>
          </a:p>
        </p:txBody>
      </p:sp>
      <p:sp>
        <p:nvSpPr>
          <p:cNvPr id="5" name="Контейнер за съдържание 4">
            <a:extLst>
              <a:ext uri="{FF2B5EF4-FFF2-40B4-BE49-F238E27FC236}">
                <a16:creationId xmlns:a16="http://schemas.microsoft.com/office/drawing/2014/main" id="{6A2C19E1-2E58-1D4C-C766-F51B2DA73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38496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noProof="0" dirty="0"/>
              <a:t>Сега ще демонстрираме как работи уеб сайтът.</a:t>
            </a:r>
          </a:p>
          <a:p>
            <a:pPr marL="0" indent="0" algn="ctr">
              <a:buNone/>
            </a:pPr>
            <a:r>
              <a:rPr lang="bg-BG" sz="2400" noProof="0" dirty="0"/>
              <a:t>Ще покажем:</a:t>
            </a:r>
          </a:p>
          <a:p>
            <a:r>
              <a:rPr lang="bg-BG" sz="2400" noProof="0" dirty="0"/>
              <a:t>Начална страница</a:t>
            </a:r>
          </a:p>
          <a:p>
            <a:r>
              <a:rPr lang="bg-BG" sz="2400" noProof="0" dirty="0"/>
              <a:t>Продукти</a:t>
            </a:r>
          </a:p>
          <a:p>
            <a:r>
              <a:rPr lang="bg-BG" sz="2400" noProof="0" dirty="0"/>
              <a:t>Количка</a:t>
            </a:r>
          </a:p>
          <a:p>
            <a:r>
              <a:rPr lang="bg-BG" sz="2400" noProof="0" dirty="0"/>
              <a:t>Профил</a:t>
            </a: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2936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04DB13E-F722-4ED6-BB00-556651E95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19E3D9-C5FB-41A9-B6D2-DFB210BB6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7909BF-1DF7-4ACE-8F58-6CF719BB27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E8BEDB-0BBC-4F21-9CFB-8530D664C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6428D7-C6F3-473D-A360-A3F5C3E87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1D6D676-6F2F-4446-9935-2D8D03821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BAEA2B-9C25-4B43-8C9A-A9D0C3E9B1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1FC5F3A-7F1A-4EE8-A913-C8E96ACC3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20551B3-B4DA-48EE-988C-4FAEAEB5C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urful threads in diagonal lines">
            <a:extLst>
              <a:ext uri="{FF2B5EF4-FFF2-40B4-BE49-F238E27FC236}">
                <a16:creationId xmlns:a16="http://schemas.microsoft.com/office/drawing/2014/main" id="{4A3F4D5A-89A4-ADCE-3BDB-48ADEF1B9D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113" b="8617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FB22F7E-8D1F-0CF6-7AE6-B67A8DE92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435" y="2767234"/>
            <a:ext cx="7023426" cy="16376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83000"/>
              </a:lnSpc>
            </a:pPr>
            <a:r>
              <a:rPr lang="bg-BG" sz="6000" cap="all" spc="-100" dirty="0">
                <a:solidFill>
                  <a:schemeClr val="bg1"/>
                </a:solidFill>
              </a:rPr>
              <a:t>Благодарим за вниманието!</a:t>
            </a:r>
            <a:endParaRPr lang="en-US" sz="6000" cap="all" spc="-100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31935" y="1397930"/>
            <a:ext cx="6858003" cy="4062128"/>
          </a:xfrm>
          <a:prstGeom prst="rect">
            <a:avLst/>
          </a:prstGeom>
          <a:gradFill flip="none" rotWithShape="1">
            <a:gsLst>
              <a:gs pos="48000">
                <a:schemeClr val="tx1">
                  <a:alpha val="24000"/>
                </a:schemeClr>
              </a:gs>
              <a:gs pos="85000">
                <a:schemeClr val="tx1">
                  <a:alpha val="45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835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8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96A9A9"/>
      </a:accent1>
      <a:accent2>
        <a:srgbClr val="CB58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D0690C"/>
      </a:hlink>
      <a:folHlink>
        <a:srgbClr val="9696A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269</Words>
  <Application>Microsoft Office PowerPoint</Application>
  <PresentationFormat>Широк екран</PresentationFormat>
  <Paragraphs>41</Paragraphs>
  <Slides>8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8</vt:i4>
      </vt:variant>
    </vt:vector>
  </HeadingPairs>
  <TitlesOfParts>
    <vt:vector size="11" baseType="lpstr">
      <vt:lpstr>Arial</vt:lpstr>
      <vt:lpstr>Garamond</vt:lpstr>
      <vt:lpstr>SavonVTI</vt:lpstr>
      <vt:lpstr>PresAndo clothes shop</vt:lpstr>
      <vt:lpstr>За проекта</vt:lpstr>
      <vt:lpstr>Използвани технологии</vt:lpstr>
      <vt:lpstr>Структура на сайта</vt:lpstr>
      <vt:lpstr>Основни функционалности</vt:lpstr>
      <vt:lpstr>База данни</vt:lpstr>
      <vt:lpstr>Демонстрация</vt:lpstr>
      <vt:lpstr>Благодарим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Преслава Д. Добрева</dc:creator>
  <cp:lastModifiedBy>Преслава Д. Добрева</cp:lastModifiedBy>
  <cp:revision>2</cp:revision>
  <dcterms:created xsi:type="dcterms:W3CDTF">2026-02-21T19:18:24Z</dcterms:created>
  <dcterms:modified xsi:type="dcterms:W3CDTF">2026-02-21T21:10:12Z</dcterms:modified>
</cp:coreProperties>
</file>